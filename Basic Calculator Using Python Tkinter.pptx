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25" r:id="rId5"/>
    <p:sldId id="326" r:id="rId6"/>
    <p:sldId id="259" r:id="rId7"/>
    <p:sldId id="261" r:id="rId8"/>
    <p:sldId id="263" r:id="rId9"/>
    <p:sldId id="34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Basic Calculator Using Python </a:t>
            </a:r>
            <a:r>
              <a:rPr lang="en-US" dirty="0" err="1"/>
              <a:t>Tkinter</a:t>
            </a:r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Manish </a:t>
            </a:r>
            <a:r>
              <a:rPr lang="en-US" dirty="0" err="1"/>
              <a:t>vermA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387" y="1028846"/>
            <a:ext cx="4114800" cy="22860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Pipette diffusing dyes in flasks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5687568" y="1435608"/>
            <a:ext cx="5897880" cy="3977640"/>
          </a:xfr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5CC73C66-8361-31CC-6C2D-3E25B48381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1387" y="2976939"/>
            <a:ext cx="527580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Python GUI development.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Tkinter library.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basic arithmetic operations.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user-friendly calculator application </a:t>
            </a:r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80068" y="1762532"/>
            <a:ext cx="10515600" cy="2606040"/>
          </a:xfrm>
          <a:noFill/>
        </p:spPr>
        <p:txBody>
          <a:bodyPr anchor="ctr" anchorCtr="0">
            <a:noAutofit/>
          </a:bodyPr>
          <a:lstStyle/>
          <a:p>
            <a:r>
              <a:rPr lang="en-US" dirty="0"/>
              <a:t>Technologies used:</a:t>
            </a:r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C9F8D803-1977-8ADE-508B-160AC9CFF2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8360" y="3818034"/>
            <a:ext cx="4176143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3.14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Studio Code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Windows Operating System </a:t>
            </a:r>
          </a:p>
        </p:txBody>
      </p:sp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/>
          <a:lstStyle/>
          <a:p>
            <a:r>
              <a:rPr lang="en-US" dirty="0"/>
              <a:t>Features of calculator:</a:t>
            </a:r>
          </a:p>
        </p:txBody>
      </p:sp>
      <p:pic>
        <p:nvPicPr>
          <p:cNvPr id="16" name="Picture Placeholder 15" descr="Pipette over three glass jars">
            <a:extLst>
              <a:ext uri="{FF2B5EF4-FFF2-40B4-BE49-F238E27FC236}">
                <a16:creationId xmlns:a16="http://schemas.microsoft.com/office/drawing/2014/main" id="{363B2CE7-DE69-D368-9719-08D0C83ABC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298448" y="1828800"/>
            <a:ext cx="3200400" cy="3200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8177" y="2383605"/>
            <a:ext cx="6217920" cy="3696128"/>
          </a:xfrm>
          <a:noFill/>
        </p:spPr>
        <p:txBody>
          <a:bodyPr>
            <a:normAutofit/>
          </a:bodyPr>
          <a:lstStyle/>
          <a:p>
            <a:r>
              <a:rPr lang="en-US" dirty="0"/>
              <a:t>✅ Addition (+)</a:t>
            </a:r>
          </a:p>
          <a:p>
            <a:r>
              <a:rPr lang="en-US" dirty="0"/>
              <a:t>✅ Subtraction (-)</a:t>
            </a:r>
          </a:p>
          <a:p>
            <a:r>
              <a:rPr lang="en-US" dirty="0"/>
              <a:t>✅ Multiplication (*)</a:t>
            </a:r>
          </a:p>
          <a:p>
            <a:r>
              <a:rPr lang="en-US" dirty="0"/>
              <a:t>✅ Division (/)</a:t>
            </a:r>
          </a:p>
          <a:p>
            <a:r>
              <a:rPr lang="en-US" dirty="0"/>
              <a:t>✅ Clear Button (C)</a:t>
            </a:r>
          </a:p>
          <a:p>
            <a:r>
              <a:rPr lang="en-US" dirty="0"/>
              <a:t>✅ Equal Button (=)</a:t>
            </a:r>
          </a:p>
          <a:p>
            <a:r>
              <a:rPr lang="en-US" dirty="0"/>
              <a:t>✅ Display Screen for Input and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617" y="-30822"/>
            <a:ext cx="5029200" cy="1828800"/>
          </a:xfrm>
          <a:noFill/>
        </p:spPr>
        <p:txBody>
          <a:bodyPr/>
          <a:lstStyle/>
          <a:p>
            <a:r>
              <a:rPr lang="en-US" dirty="0"/>
              <a:t>Output and conclusion: 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Placeholder 17" descr="Scientist looking at a test tube">
            <a:extLst>
              <a:ext uri="{FF2B5EF4-FFF2-40B4-BE49-F238E27FC236}">
                <a16:creationId xmlns:a16="http://schemas.microsoft.com/office/drawing/2014/main" id="{23F775E2-246C-F1D2-C3A0-D4C55F65CC8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170551" y="99659"/>
            <a:ext cx="3017520" cy="301752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40421" y="929298"/>
            <a:ext cx="4306824" cy="5394960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Screenshot inserted-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B38B4-E9EC-BC8B-8DFD-6DE317CEB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553" y="1797978"/>
            <a:ext cx="8370993" cy="47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{AF349901-7761-4E96-B2FC-AEDE90A7B2B9}TF51de1e5f-e0e8-4dd0-99f3-5b7584f7abdc7d30e886_win32-78d4aef5ad8e</Template>
  <TotalTime>21</TotalTime>
  <Words>82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 New</vt:lpstr>
      <vt:lpstr>Daytona Condensed Light</vt:lpstr>
      <vt:lpstr>Posterama</vt:lpstr>
      <vt:lpstr>Custom</vt:lpstr>
      <vt:lpstr>Basic Calculator Using Python Tkinter</vt:lpstr>
      <vt:lpstr>agenda</vt:lpstr>
      <vt:lpstr>Technologies used:</vt:lpstr>
      <vt:lpstr>Features of calculator:</vt:lpstr>
      <vt:lpstr>Output and conclusion: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2026-06-24T08:11:15Z</dcterms:created>
  <dcterms:modified xsi:type="dcterms:W3CDTF">2026-06-24T08:32:47Z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